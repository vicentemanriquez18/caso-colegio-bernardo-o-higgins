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bold.fntdata"/><Relationship Id="rId14" Type="http://schemas.openxmlformats.org/officeDocument/2006/relationships/font" Target="fonts/Urbanist-regular.fntdata"/><Relationship Id="rId17" Type="http://schemas.openxmlformats.org/officeDocument/2006/relationships/font" Target="fonts/Urbanist-boldItalic.fntdata"/><Relationship Id="rId16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11" Type="http://schemas.openxmlformats.org/officeDocument/2006/relationships/image" Target="../media/image14.png"/><Relationship Id="rId10" Type="http://schemas.openxmlformats.org/officeDocument/2006/relationships/image" Target="../media/image5.png"/><Relationship Id="rId9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8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28700" y="1350019"/>
            <a:ext cx="105918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CASO SEMESTRAL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28700" y="1889075"/>
            <a:ext cx="1112139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Plataforma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Libro de Clases Digital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28700" y="3725316"/>
            <a:ext cx="105918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Colegio Bernardo O'Higgins - Arquitectura MVP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28700" y="4502497"/>
            <a:ext cx="10591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Integrantes: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Vicente Manriquez, Davier Ramos, Dilan Micolta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28700" y="4837658"/>
            <a:ext cx="10591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Asignatura: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Desarrollo Fullstack III (DSY1106) | Sec: 002D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28700" y="5172819"/>
            <a:ext cx="105918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Fecha: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09/04/2026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71500" y="571500"/>
            <a:ext cx="5550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Contextualización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452813" y="1591575"/>
            <a:ext cx="5286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Plataforma digital diseñada para reemplazar registros físicos y sistemas fragmentados. El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MVP de 3 meses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centraliza procesos clave: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452813" y="4364540"/>
            <a:ext cx="5286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Conecta a docentes, estudiantes, apoderados y personal administrativo en un entorno unificado y seguro.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786188" y="2787557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Matrícula y asignación de cursos.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786188" y="3313218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Registro de asistencia y calificaciones.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786188" y="3838879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Generación de reportes PDF.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452813" y="2806607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452813" y="333226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452813" y="3857929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7979"/>
            <a:ext cx="2517725" cy="3474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4975" y="2167979"/>
            <a:ext cx="2517725" cy="3474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8450" y="2167979"/>
            <a:ext cx="2517874" cy="3474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82075" y="2167979"/>
            <a:ext cx="2638425" cy="347454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66775" y="3349079"/>
            <a:ext cx="2023534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857625"/>
            <a:ext cx="1927175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Java 21 &amp; Spring Boot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Microservicios estructurados, API Gateway y JPA para persistencia eficiente.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670250" y="3349079"/>
            <a:ext cx="2023534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670250" y="3857625"/>
            <a:ext cx="1927175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React.js &amp; Vite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Interfaces modulares empaquetadas como NPM, optimizando el rendimiento.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73725" y="3349079"/>
            <a:ext cx="202369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Datos &amp; Eventos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473725" y="4223295"/>
            <a:ext cx="1927324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PostgreSQL &amp; RabbitMQ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Motor relacional robusto y mensajería asíncrona para tareas pesadas.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277350" y="3349079"/>
            <a:ext cx="215026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Infraestructura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277350" y="3857625"/>
            <a:ext cx="2047875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Docker &amp; Kubernetes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Contenedores aislados y orquestación para escalabilidad y alta disponibilidad.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596604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70250" y="259660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3725" y="2596604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77350" y="2596604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Selección de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Tecnologías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729382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04875" y="1487679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Gateway &amp; BFF: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Centralizan las solicitudes y mejoran la seguridad.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04875" y="2348501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Event-Driven (EDA):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Evita bloqueos mediante tareas asíncronas.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04875" y="3209323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Repository &amp; Factory: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Persistencia limpia y creación flexible de objetos.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" y="4070145"/>
            <a:ext cx="4953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Circuit Breaker: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Previene fallos en cascada entre los servicios.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239345"/>
            <a:ext cx="11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Patrones de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Arquitectura</a:t>
            </a:r>
            <a:endParaRPr/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875" y="1275750"/>
            <a:ext cx="5915025" cy="44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949388" y="1086163"/>
            <a:ext cx="453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Sincrónica (REST)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949388" y="1594708"/>
            <a:ext cx="43149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949350" y="1613908"/>
            <a:ext cx="431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93088" y="3911238"/>
            <a:ext cx="453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47675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Asíncrona (RabbitMQ)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893088" y="4419783"/>
            <a:ext cx="43149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9388" y="1105213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282725" y="1691891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Consultas de datos.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282725" y="2217552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Proceso de matrícula.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282725" y="2743213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Registro de asistencia.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282725" y="3268874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Anotación de calificaciones.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3088" y="393028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334275" y="4516980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Generación de reportes PDF.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334275" y="5042641"/>
            <a:ext cx="3981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Notificaciones masivas.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334275" y="5568302"/>
            <a:ext cx="3981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Actualización paralela de promedios al registrar una nueva nota.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49350" y="1710941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49350" y="2236602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49350" y="2762263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49350" y="3287924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00900" y="4536030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00900" y="5061691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00900" y="5587352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458688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Flujo de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Comunicación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2900" y="1455462"/>
            <a:ext cx="5943600" cy="42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571500" y="571500"/>
            <a:ext cx="5550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Infraestructura MVP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152400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Despliegue basado en contenedores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Docker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gestionados por un clúster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Kubernetes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2384821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Escalabilidad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04875" y="2829418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Seguridad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04875" y="3274029"/>
            <a:ext cx="4953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Privacidad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2403871"/>
            <a:ext cx="114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2848468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3293079"/>
            <a:ext cx="11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</a:t>
            </a:r>
            <a:endParaRPr/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2050" y="2194325"/>
            <a:ext cx="9612100" cy="44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0740"/>
            <a:ext cx="3492549" cy="3108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50740"/>
            <a:ext cx="3492549" cy="3108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50740"/>
            <a:ext cx="3492549" cy="310887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866775" y="3531840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Eficiencia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66775" y="404038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uso de Spring Boot, React y Kubernetes garantiza un sistema moderno, desacoplado, escalable y altamente resiliente ante fallas.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645074" y="3531840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Riesgos y Desafíos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645074" y="404038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Alta complejidad de configuración inicial. La gestión de datos distribuida aumenta la dificultad del debugging en la red interna.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423374" y="3531840"/>
            <a:ext cx="3047099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Mejoras Futuras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423374" y="4040385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Implementación de caché (Redis), monitoreo de logs centralizados (Grafana) y mayor automatización en pipelines CI/CD.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793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793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7936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Evaluación del </a:t>
            </a:r>
            <a:r>
              <a:rPr b="1" i="0" lang="en-US" sz="3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MVP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026271"/>
            <a:ext cx="7620000" cy="286642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295275" y="96515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21843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Gracias por su atención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2581275" y="3321546"/>
            <a:ext cx="73809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Bibliografía de Referencia: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2581275" y="3693021"/>
            <a:ext cx="7029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Fowler, M. (2018).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Microservices Patterns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Manning Publications.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2581275" y="4104382"/>
            <a:ext cx="7029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Newman, S. (2021).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Building Microservices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O'Reilly Media.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2581275" y="4515742"/>
            <a:ext cx="70294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Richardson, C. (2020).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Microservices Patterns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Manning Publications.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2581275" y="4927103"/>
            <a:ext cx="70294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 Documentación Oficial: Spring Framework, React.dev, PostgreSQL y Kubernetes.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