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Urbanist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028700" y="1350019"/>
            <a:ext cx="105918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CASO SEMESTRAL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028700" y="1889075"/>
            <a:ext cx="11121390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Plataforma de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Libro de Clases Digital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028700" y="3725316"/>
            <a:ext cx="105918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Colegio Bernardo O'Higgins - Arquitectura MVP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028700" y="4502497"/>
            <a:ext cx="105918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Integrantes: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Vicente Manriquez, Davier Ramos, Dilan Micolta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28700" y="4837658"/>
            <a:ext cx="105918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Asignatura: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Desarrollo Fullstack III (DSY1106) | Sec: 002D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28700" y="5172819"/>
            <a:ext cx="105918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Fecha: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09/04/2026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571500" y="571500"/>
            <a:ext cx="5550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Contextualización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3452813" y="1591575"/>
            <a:ext cx="52863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Plataforma digital diseñada para reemplazar registros físicos y sistemas fragmentados. El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MVP de 3 meses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centraliza procesos clave: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3452813" y="4364540"/>
            <a:ext cx="52863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Conecta a docentes, estudiantes, apoderados y personal administrativo en un entorno unificado y seguro.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3786188" y="2787557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Matrícula y asignación de cursos.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3786188" y="3313218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Registro de asistencia y calificaciones.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3786188" y="3838879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Generación de reportes PDF.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3452813" y="2806607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3452813" y="3332268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3452813" y="3857929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67979"/>
            <a:ext cx="2517725" cy="3474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74975" y="2167979"/>
            <a:ext cx="2517725" cy="3474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78450" y="2167979"/>
            <a:ext cx="2517874" cy="3474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82075" y="2167979"/>
            <a:ext cx="2638425" cy="347454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866775" y="3349079"/>
            <a:ext cx="2023534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Backend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66775" y="3857625"/>
            <a:ext cx="1927175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Java 21 &amp; Spring Boot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Microservicios estructurados, API Gateway y JPA para persistencia eficiente.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3670250" y="3349079"/>
            <a:ext cx="2023534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Frontend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3670250" y="3857625"/>
            <a:ext cx="1927175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React.js &amp; Vite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Interfaces modulares empaquetadas como NPM, optimizando el rendimiento.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473725" y="3349079"/>
            <a:ext cx="202369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Datos &amp; Eventos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473725" y="4223295"/>
            <a:ext cx="1927324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PostgreSQL &amp; RabbitMQ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Motor relacional robusto y mensajería asíncrona para tareas pesadas.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277350" y="3349079"/>
            <a:ext cx="2150268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Infraestructura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277350" y="3857625"/>
            <a:ext cx="2047875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Docker &amp; Kubernetes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Contenedores aislados y orquestación para escalabilidad y alta disponibilidad.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2596604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670250" y="259660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73725" y="2596604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277350" y="2596604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Selección de </a:t>
            </a:r>
            <a:r>
              <a:rPr lang="en-US" sz="37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Tecnologías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1729382"/>
            <a:ext cx="5286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04875" y="1487679"/>
            <a:ext cx="49530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API Gateway &amp; BFF: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Centralizan las solicitudes y mejoran la seguridad.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04875" y="2348501"/>
            <a:ext cx="49530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Event-Driven (EDA):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Evita bloqueos mediante tareas asíncronas.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04875" y="3209323"/>
            <a:ext cx="49530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Repository &amp; Factory: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Persistencia limpia y creación flexible de objetos.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04875" y="4070145"/>
            <a:ext cx="49530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Circuit Breaker: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Previene fallos en cascada entre los servicios.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5239345"/>
            <a:ext cx="114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Patrones de </a:t>
            </a:r>
            <a:r>
              <a:rPr lang="en-US" sz="37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Arquitectura</a:t>
            </a:r>
            <a:endParaRPr/>
          </a:p>
        </p:txBody>
      </p:sp>
      <p:pic>
        <p:nvPicPr>
          <p:cNvPr id="136" name="Google Shape;13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7875" y="1275750"/>
            <a:ext cx="5915025" cy="444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/>
        </p:nvSpPr>
        <p:spPr>
          <a:xfrm>
            <a:off x="949388" y="1086163"/>
            <a:ext cx="453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9575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Sincrónica (REST)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949388" y="1594708"/>
            <a:ext cx="43149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949350" y="1613908"/>
            <a:ext cx="4314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93088" y="3911238"/>
            <a:ext cx="453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7675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Asíncrona (RabbitMQ)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893088" y="4419783"/>
            <a:ext cx="43149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9388" y="1105213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1282725" y="1691891"/>
            <a:ext cx="3981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Consultas de datos.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282725" y="2217552"/>
            <a:ext cx="3981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Proceso de matrícula.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282725" y="2743213"/>
            <a:ext cx="3981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Registro de asistencia.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282725" y="3268874"/>
            <a:ext cx="3981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Anotación de calificaciones.</a:t>
            </a:r>
            <a:endParaRPr/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3088" y="3930288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1334275" y="4516980"/>
            <a:ext cx="3981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Generación de reportes PDF.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334275" y="5042641"/>
            <a:ext cx="3981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Notificaciones masivas.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334275" y="5568302"/>
            <a:ext cx="39816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Actualización paralela de promedios al registrar una nueva nota.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49350" y="1710941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49350" y="2236602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49350" y="2762263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49350" y="3287924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000900" y="4536030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000900" y="5061691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000900" y="5587352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571500" y="458688"/>
            <a:ext cx="11601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Flujo de </a:t>
            </a:r>
            <a:r>
              <a:rPr lang="en-US" sz="37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Comunicación</a:t>
            </a:r>
            <a:endParaRPr/>
          </a:p>
        </p:txBody>
      </p:sp>
      <p:pic>
        <p:nvPicPr>
          <p:cNvPr id="163" name="Google Shape;16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2900" y="1455462"/>
            <a:ext cx="5943600" cy="427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/>
        </p:nvSpPr>
        <p:spPr>
          <a:xfrm>
            <a:off x="571500" y="571500"/>
            <a:ext cx="55506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Infraestructura MVP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571500" y="1524000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Despliegue basado en contenedores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Docker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gestionados por un clúster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Kubernetes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04875" y="2384821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Escalabilidad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904875" y="2829418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Seguridad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904875" y="3274029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Privacidad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2403871"/>
            <a:ext cx="1143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71500" y="2848468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71500" y="3293079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pic>
        <p:nvPicPr>
          <p:cNvPr id="176" name="Google Shape;17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0325" y="1998030"/>
            <a:ext cx="8051675" cy="444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0740"/>
            <a:ext cx="3492549" cy="3108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50740"/>
            <a:ext cx="3492549" cy="3108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50740"/>
            <a:ext cx="3492549" cy="310887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866775" y="3531840"/>
            <a:ext cx="3047099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Eficiencia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66775" y="4040385"/>
            <a:ext cx="29019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uso de Spring Boot, React y Kubernetes garantiza un sistema moderno, desacoplado, escalable y altamente resiliente ante fallas.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4645074" y="3531840"/>
            <a:ext cx="3047099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Riesgos y Desafíos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4645074" y="4040385"/>
            <a:ext cx="29019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Alta complejidad de configuración inicial. La gestión de datos distribuida aumenta la dificultad del debugging en la red interna.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8423374" y="3531840"/>
            <a:ext cx="3047099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Mejoras Futuras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8423374" y="4040385"/>
            <a:ext cx="29019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Implementación de caché (Redis), monitoreo de logs centralizados (Grafana) y mayor automatización en pipelines CI/CD.</a:t>
            </a:r>
            <a:endParaRPr/>
          </a:p>
        </p:txBody>
      </p:sp>
      <p:pic>
        <p:nvPicPr>
          <p:cNvPr id="191" name="Google Shape;19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77936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77936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77936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Evaluación del </a:t>
            </a:r>
            <a:r>
              <a:rPr lang="en-US" sz="37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MVP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3026271"/>
            <a:ext cx="7620000" cy="286642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295275" y="965150"/>
            <a:ext cx="11601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¿Preguntas?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571500" y="218435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Gracias por su atención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2581275" y="3321546"/>
            <a:ext cx="738092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Bibliografía de Referencia: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2581275" y="3693021"/>
            <a:ext cx="70294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 Fowler, M. (2018). </a:t>
            </a:r>
            <a:r>
              <a:rPr lang="en-US" sz="1650" b="0" i="1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Microservices Patterns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Manning Publications.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2581275" y="4104382"/>
            <a:ext cx="70294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 Newman, S. (2021). </a:t>
            </a:r>
            <a:r>
              <a:rPr lang="en-US" sz="1650" b="0" i="1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Building Microservices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O'Reilly Media.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2581275" y="4515742"/>
            <a:ext cx="70294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 Richardson, C. (2020). </a:t>
            </a:r>
            <a:r>
              <a:rPr lang="en-US" sz="1650" b="0" i="1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Microservices Patterns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Manning Publications.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2581275" y="4927103"/>
            <a:ext cx="7029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 Documentación Oficial: Spring Framework, React.dev, PostgreSQL y Kubernetes.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</Words>
  <Application>Microsoft Office PowerPoint</Application>
  <PresentationFormat>Widescreen</PresentationFormat>
  <Paragraphs>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Urbanist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VICENTE MARTIN MANRIQUEZ ROJAS</cp:lastModifiedBy>
  <cp:revision>1</cp:revision>
  <dcterms:modified xsi:type="dcterms:W3CDTF">2026-04-07T02:41:51Z</dcterms:modified>
</cp:coreProperties>
</file>